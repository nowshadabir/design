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FF8"/>
    <a:srgbClr val="2B69B3"/>
    <a:srgbClr val="F7F7F7"/>
    <a:srgbClr val="E6E6E6"/>
    <a:srgbClr val="2162AF"/>
    <a:srgbClr val="205FA9"/>
    <a:srgbClr val="FFCB08"/>
    <a:srgbClr val="1846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2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1F7D-AC9E-4328-A83A-4FBFCB09D165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0A0C-FE01-48AD-8049-3E7B361F7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46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1F7D-AC9E-4328-A83A-4FBFCB09D165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0A0C-FE01-48AD-8049-3E7B361F7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908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1F7D-AC9E-4328-A83A-4FBFCB09D165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0A0C-FE01-48AD-8049-3E7B361F7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15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1F7D-AC9E-4328-A83A-4FBFCB09D165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0A0C-FE01-48AD-8049-3E7B361F7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03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1F7D-AC9E-4328-A83A-4FBFCB09D165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0A0C-FE01-48AD-8049-3E7B361F7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25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1F7D-AC9E-4328-A83A-4FBFCB09D165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0A0C-FE01-48AD-8049-3E7B361F7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22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1F7D-AC9E-4328-A83A-4FBFCB09D165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0A0C-FE01-48AD-8049-3E7B361F7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03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1F7D-AC9E-4328-A83A-4FBFCB09D165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0A0C-FE01-48AD-8049-3E7B361F7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527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1F7D-AC9E-4328-A83A-4FBFCB09D165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0A0C-FE01-48AD-8049-3E7B361F7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85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1F7D-AC9E-4328-A83A-4FBFCB09D165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0A0C-FE01-48AD-8049-3E7B361F7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205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1F7D-AC9E-4328-A83A-4FBFCB09D165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0A0C-FE01-48AD-8049-3E7B361F7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685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11F7D-AC9E-4328-A83A-4FBFCB09D165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40A0C-FE01-48AD-8049-3E7B361F7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4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upskills.com" TargetMode="External"/><Relationship Id="rId2" Type="http://schemas.openxmlformats.org/officeDocument/2006/relationships/hyperlink" Target="http://www.upskills.com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599709"/>
            <a:ext cx="12192000" cy="2258291"/>
          </a:xfrm>
          <a:prstGeom prst="rect">
            <a:avLst/>
          </a:prstGeom>
          <a:solidFill>
            <a:srgbClr val="FF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>
                <a:latin typeface="Segoe UI" panose="020B0502040204020203" pitchFamily="34" charset="0"/>
                <a:cs typeface="Segoe UI" panose="020B0502040204020203" pitchFamily="34" charset="0"/>
              </a:rPr>
              <a:t>Professional Skill Development &amp;</a:t>
            </a:r>
          </a:p>
          <a:p>
            <a:pPr algn="ctr"/>
            <a:r>
              <a:rPr lang="en-US" sz="3500" dirty="0">
                <a:latin typeface="Segoe UI" panose="020B0502040204020203" pitchFamily="34" charset="0"/>
                <a:cs typeface="Segoe UI" panose="020B0502040204020203" pitchFamily="34" charset="0"/>
              </a:rPr>
              <a:t>Career Advancement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08269"/>
            <a:ext cx="12192000" cy="101600"/>
          </a:xfrm>
          <a:prstGeom prst="rect">
            <a:avLst/>
          </a:prstGeom>
          <a:gradFill>
            <a:gsLst>
              <a:gs pos="0">
                <a:srgbClr val="2162AF"/>
              </a:gs>
              <a:gs pos="100000">
                <a:srgbClr val="18467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490" t="-9933" r="6490" b="9933"/>
          <a:stretch/>
        </p:blipFill>
        <p:spPr>
          <a:xfrm>
            <a:off x="3714751" y="-376518"/>
            <a:ext cx="434340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14751" y="3163319"/>
            <a:ext cx="435679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/>
              <a:t>UPSKILLS</a:t>
            </a:r>
          </a:p>
        </p:txBody>
      </p:sp>
    </p:spTree>
    <p:extLst>
      <p:ext uri="{BB962C8B-B14F-4D97-AF65-F5344CB8AC3E}">
        <p14:creationId xmlns:p14="http://schemas.microsoft.com/office/powerpoint/2010/main" val="3460956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58000"/>
            <a:ext cx="12242800" cy="366656"/>
          </a:xfrm>
          <a:prstGeom prst="rect">
            <a:avLst/>
          </a:prstGeom>
          <a:gradFill>
            <a:gsLst>
              <a:gs pos="48600">
                <a:srgbClr val="1D5497"/>
              </a:gs>
              <a:gs pos="0">
                <a:srgbClr val="2162AF"/>
              </a:gs>
              <a:gs pos="100000">
                <a:srgbClr val="18467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470400" y="0"/>
            <a:ext cx="7772400" cy="6858000"/>
          </a:xfrm>
          <a:prstGeom prst="rect">
            <a:avLst/>
          </a:prstGeom>
          <a:gradFill>
            <a:gsLst>
              <a:gs pos="0">
                <a:srgbClr val="2162AF"/>
              </a:gs>
              <a:gs pos="100000">
                <a:srgbClr val="18467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" t="-9481" r="-726" b="9481"/>
          <a:stretch/>
        </p:blipFill>
        <p:spPr>
          <a:xfrm>
            <a:off x="922963" y="1431489"/>
            <a:ext cx="3110558" cy="30487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2963" y="4013200"/>
            <a:ext cx="27382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UPSKILLS</a:t>
            </a:r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466D2C-46CC-D435-4635-16DDFDF7468D}"/>
              </a:ext>
            </a:extLst>
          </p:cNvPr>
          <p:cNvGrpSpPr/>
          <p:nvPr/>
        </p:nvGrpSpPr>
        <p:grpSpPr>
          <a:xfrm>
            <a:off x="4945387" y="794704"/>
            <a:ext cx="6822427" cy="5268593"/>
            <a:chOff x="4958080" y="573790"/>
            <a:chExt cx="6822427" cy="526859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8752770-E513-37A0-EFC1-F7E7BED25B4C}"/>
                </a:ext>
              </a:extLst>
            </p:cNvPr>
            <p:cNvGrpSpPr/>
            <p:nvPr/>
          </p:nvGrpSpPr>
          <p:grpSpPr>
            <a:xfrm>
              <a:off x="4958080" y="657735"/>
              <a:ext cx="3139440" cy="5184648"/>
              <a:chOff x="4958080" y="657735"/>
              <a:chExt cx="3139440" cy="5184648"/>
            </a:xfrm>
          </p:grpSpPr>
          <p:sp>
            <p:nvSpPr>
              <p:cNvPr id="4" name="Rounded Rectangle 3"/>
              <p:cNvSpPr/>
              <p:nvPr/>
            </p:nvSpPr>
            <p:spPr>
              <a:xfrm>
                <a:off x="5051044" y="657735"/>
                <a:ext cx="2953512" cy="518464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4958080" y="657735"/>
                <a:ext cx="3139440" cy="4616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500" b="1" dirty="0">
                    <a:solidFill>
                      <a:srgbClr val="2162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Our</a:t>
                </a:r>
              </a:p>
              <a:p>
                <a:pPr algn="ctr"/>
                <a:r>
                  <a:rPr lang="en-US" sz="3500" b="1" dirty="0">
                    <a:solidFill>
                      <a:srgbClr val="2162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Mission</a:t>
                </a:r>
              </a:p>
              <a:p>
                <a:pPr algn="ctr"/>
                <a:r>
                  <a:rPr lang="en-US" sz="2800" dirty="0">
                    <a:solidFill>
                      <a:srgbClr val="2162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To develop</a:t>
                </a:r>
              </a:p>
              <a:p>
                <a:pPr algn="ctr"/>
                <a:r>
                  <a:rPr lang="en-US" sz="2800" dirty="0">
                    <a:solidFill>
                      <a:srgbClr val="2162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Future-ready</a:t>
                </a:r>
              </a:p>
              <a:p>
                <a:pPr algn="ctr"/>
                <a:r>
                  <a:rPr lang="en-US" sz="2800" dirty="0">
                    <a:solidFill>
                      <a:srgbClr val="2162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Professionals</a:t>
                </a:r>
              </a:p>
              <a:p>
                <a:pPr algn="ctr"/>
                <a:r>
                  <a:rPr lang="en-US" sz="2800" dirty="0">
                    <a:solidFill>
                      <a:srgbClr val="2162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Through</a:t>
                </a:r>
              </a:p>
              <a:p>
                <a:pPr algn="ctr"/>
                <a:r>
                  <a:rPr lang="en-US" sz="2800" dirty="0">
                    <a:solidFill>
                      <a:srgbClr val="2162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Quality</a:t>
                </a:r>
              </a:p>
              <a:p>
                <a:pPr algn="ctr"/>
                <a:r>
                  <a:rPr lang="en-US" sz="2800" dirty="0">
                    <a:solidFill>
                      <a:srgbClr val="2162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Educational and</a:t>
                </a:r>
              </a:p>
              <a:p>
                <a:pPr algn="ctr"/>
                <a:r>
                  <a:rPr lang="en-US" sz="2800" dirty="0">
                    <a:solidFill>
                      <a:srgbClr val="2162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Practical</a:t>
                </a:r>
              </a:p>
              <a:p>
                <a:pPr algn="ctr"/>
                <a:r>
                  <a:rPr lang="en-US" sz="2800" dirty="0">
                    <a:solidFill>
                      <a:srgbClr val="2162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Training</a:t>
                </a:r>
                <a:r>
                  <a:rPr lang="en-US" sz="2800" dirty="0">
                    <a:solidFill>
                      <a:srgbClr val="2162AF"/>
                    </a:solidFill>
                  </a:rPr>
                  <a:t>.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B8A15A6-C6B8-EF49-CC96-DC8985367909}"/>
                </a:ext>
              </a:extLst>
            </p:cNvPr>
            <p:cNvGrpSpPr/>
            <p:nvPr/>
          </p:nvGrpSpPr>
          <p:grpSpPr>
            <a:xfrm>
              <a:off x="8702027" y="573790"/>
              <a:ext cx="3078480" cy="5184648"/>
              <a:chOff x="8702027" y="573790"/>
              <a:chExt cx="3078480" cy="5184648"/>
            </a:xfrm>
          </p:grpSpPr>
          <p:sp>
            <p:nvSpPr>
              <p:cNvPr id="11" name="Rounded Rectangle 3">
                <a:extLst>
                  <a:ext uri="{FF2B5EF4-FFF2-40B4-BE49-F238E27FC236}">
                    <a16:creationId xmlns:a16="http://schemas.microsoft.com/office/drawing/2014/main" id="{F422DF64-4F20-F6EB-8AAB-4D399BB981D7}"/>
                  </a:ext>
                </a:extLst>
              </p:cNvPr>
              <p:cNvSpPr/>
              <p:nvPr/>
            </p:nvSpPr>
            <p:spPr>
              <a:xfrm>
                <a:off x="8764511" y="573790"/>
                <a:ext cx="2953512" cy="518464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8702027" y="573790"/>
                <a:ext cx="3078480" cy="3754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500" b="1" dirty="0">
                    <a:solidFill>
                      <a:srgbClr val="2162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Our</a:t>
                </a:r>
              </a:p>
              <a:p>
                <a:pPr algn="ctr"/>
                <a:r>
                  <a:rPr lang="en-US" sz="3500" b="1" dirty="0">
                    <a:solidFill>
                      <a:srgbClr val="2162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Vision</a:t>
                </a:r>
              </a:p>
              <a:p>
                <a:pPr algn="ctr"/>
                <a:r>
                  <a:rPr lang="en-US" sz="2800" dirty="0">
                    <a:solidFill>
                      <a:srgbClr val="2162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To become a</a:t>
                </a:r>
              </a:p>
              <a:p>
                <a:pPr algn="ctr"/>
                <a:r>
                  <a:rPr lang="en-US" sz="2800" dirty="0">
                    <a:solidFill>
                      <a:srgbClr val="2162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Leading skill</a:t>
                </a:r>
              </a:p>
              <a:p>
                <a:pPr algn="ctr"/>
                <a:r>
                  <a:rPr lang="en-US" sz="2800" dirty="0">
                    <a:solidFill>
                      <a:srgbClr val="2162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Development</a:t>
                </a:r>
              </a:p>
              <a:p>
                <a:pPr algn="ctr"/>
                <a:r>
                  <a:rPr lang="en-US" sz="2800" dirty="0">
                    <a:solidFill>
                      <a:srgbClr val="2162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And career</a:t>
                </a:r>
              </a:p>
              <a:p>
                <a:pPr algn="ctr"/>
                <a:r>
                  <a:rPr lang="en-US" sz="2800" dirty="0">
                    <a:solidFill>
                      <a:srgbClr val="2162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Advancement</a:t>
                </a:r>
              </a:p>
              <a:p>
                <a:pPr algn="ctr"/>
                <a:r>
                  <a:rPr lang="en-US" sz="2800" dirty="0">
                    <a:solidFill>
                      <a:srgbClr val="2162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Platform.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2509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24651" y="509012"/>
            <a:ext cx="1046480" cy="5283200"/>
          </a:xfrm>
          <a:prstGeom prst="roundRect">
            <a:avLst/>
          </a:prstGeom>
          <a:gradFill>
            <a:gsLst>
              <a:gs pos="0">
                <a:srgbClr val="E6E6E6"/>
              </a:gs>
              <a:gs pos="100000">
                <a:srgbClr val="F7F7F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3400" dirty="0">
                <a:solidFill>
                  <a:srgbClr val="2162AF"/>
                </a:solidFill>
              </a:rPr>
              <a:t>Our Training Programs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3329356" y="1580566"/>
            <a:ext cx="68884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cxnSpLocks/>
          </p:cNvCxnSpPr>
          <p:nvPr/>
        </p:nvCxnSpPr>
        <p:spPr>
          <a:xfrm>
            <a:off x="3329356" y="2386425"/>
            <a:ext cx="68884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3329356" y="3178216"/>
            <a:ext cx="68884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cxnSpLocks/>
          </p:cNvCxnSpPr>
          <p:nvPr/>
        </p:nvCxnSpPr>
        <p:spPr>
          <a:xfrm>
            <a:off x="3329356" y="3998143"/>
            <a:ext cx="68884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3329356" y="4846206"/>
            <a:ext cx="68884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/>
          </p:cNvCxnSpPr>
          <p:nvPr/>
        </p:nvCxnSpPr>
        <p:spPr>
          <a:xfrm>
            <a:off x="3329356" y="5609863"/>
            <a:ext cx="68884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112458" y="1054854"/>
            <a:ext cx="3484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162A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Graphic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2458" y="1862416"/>
            <a:ext cx="3687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B69B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Digital Marketing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2458" y="2627392"/>
            <a:ext cx="383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B69B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Web</a:t>
            </a:r>
            <a:r>
              <a:rPr lang="en-US" sz="2000" dirty="0"/>
              <a:t> </a:t>
            </a:r>
            <a:r>
              <a:rPr lang="en-US" sz="2800" dirty="0">
                <a:solidFill>
                  <a:srgbClr val="2B69B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Development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2458" y="3488175"/>
            <a:ext cx="2600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B69B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Freelancing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2458" y="4336534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B69B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UI/UX Design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438" y="5024120"/>
            <a:ext cx="3296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B69B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Spoken English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07D5A9-BD64-2C47-AFDB-242B3F91E389}"/>
              </a:ext>
            </a:extLst>
          </p:cNvPr>
          <p:cNvSpPr/>
          <p:nvPr/>
        </p:nvSpPr>
        <p:spPr>
          <a:xfrm>
            <a:off x="0" y="6858000"/>
            <a:ext cx="12242800" cy="366656"/>
          </a:xfrm>
          <a:prstGeom prst="rect">
            <a:avLst/>
          </a:prstGeom>
          <a:gradFill>
            <a:gsLst>
              <a:gs pos="48600">
                <a:srgbClr val="1D5497"/>
              </a:gs>
              <a:gs pos="0">
                <a:srgbClr val="2162AF"/>
              </a:gs>
              <a:gs pos="100000">
                <a:srgbClr val="18467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94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2572037" y="940580"/>
            <a:ext cx="5971032" cy="5120640"/>
          </a:xfrm>
          <a:prstGeom prst="roundRect">
            <a:avLst/>
          </a:prstGeom>
          <a:solidFill>
            <a:srgbClr val="E8EFF8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ounded Rectangle 1"/>
          <p:cNvSpPr/>
          <p:nvPr/>
        </p:nvSpPr>
        <p:spPr>
          <a:xfrm>
            <a:off x="2316480" y="853440"/>
            <a:ext cx="1046480" cy="5283200"/>
          </a:xfrm>
          <a:prstGeom prst="roundRect">
            <a:avLst/>
          </a:prstGeom>
          <a:gradFill>
            <a:gsLst>
              <a:gs pos="0">
                <a:srgbClr val="E6E6E6"/>
              </a:gs>
              <a:gs pos="100000">
                <a:srgbClr val="F7F7F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3400" dirty="0">
                <a:solidFill>
                  <a:srgbClr val="2B69B3"/>
                </a:solidFill>
              </a:rPr>
              <a:t>Training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9101" y="1438392"/>
            <a:ext cx="4183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B69B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Practical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9101" y="2149593"/>
            <a:ext cx="3373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B69B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Expert Mentors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9101" y="2860794"/>
            <a:ext cx="3553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B69B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Live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9101" y="3571995"/>
            <a:ext cx="3837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B69B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Flexible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9101" y="4242552"/>
            <a:ext cx="276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B69B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Certification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9101" y="5050273"/>
            <a:ext cx="3147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B69B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Career Support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9D4BDC-1A42-20C3-6853-6D3CDA6A40C7}"/>
              </a:ext>
            </a:extLst>
          </p:cNvPr>
          <p:cNvSpPr/>
          <p:nvPr/>
        </p:nvSpPr>
        <p:spPr>
          <a:xfrm>
            <a:off x="0" y="6858000"/>
            <a:ext cx="12242800" cy="366656"/>
          </a:xfrm>
          <a:prstGeom prst="rect">
            <a:avLst/>
          </a:prstGeom>
          <a:gradFill>
            <a:gsLst>
              <a:gs pos="48600">
                <a:srgbClr val="1D5497"/>
              </a:gs>
              <a:gs pos="0">
                <a:srgbClr val="2162AF"/>
              </a:gs>
              <a:gs pos="100000">
                <a:srgbClr val="18467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18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280469" y="1016000"/>
            <a:ext cx="5971032" cy="5120640"/>
          </a:xfrm>
          <a:prstGeom prst="roundRect">
            <a:avLst/>
          </a:prstGeom>
          <a:solidFill>
            <a:srgbClr val="E8EFF8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940500" y="853440"/>
            <a:ext cx="1046480" cy="528320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3500" dirty="0">
                <a:solidFill>
                  <a:srgbClr val="2B69B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Our Impacts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4196" y="1377169"/>
            <a:ext cx="2162620" cy="19999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10000+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Learners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18316" y="3587749"/>
            <a:ext cx="2210465" cy="19999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50+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Export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Trainers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47140" y="3587749"/>
            <a:ext cx="2210465" cy="19999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95%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Students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Satisfaction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7140" y="1377169"/>
            <a:ext cx="2210465" cy="19999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200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Courses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17636D-76AA-7822-2D0D-7BA5881DBA53}"/>
              </a:ext>
            </a:extLst>
          </p:cNvPr>
          <p:cNvSpPr/>
          <p:nvPr/>
        </p:nvSpPr>
        <p:spPr>
          <a:xfrm>
            <a:off x="0" y="6858000"/>
            <a:ext cx="12242800" cy="366656"/>
          </a:xfrm>
          <a:prstGeom prst="rect">
            <a:avLst/>
          </a:prstGeom>
          <a:gradFill>
            <a:gsLst>
              <a:gs pos="48600">
                <a:srgbClr val="1D5497"/>
              </a:gs>
              <a:gs pos="0">
                <a:srgbClr val="2162AF"/>
              </a:gs>
              <a:gs pos="100000">
                <a:srgbClr val="18467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56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B2C7A25-0835-AF4E-B514-8592F8092688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rgbClr val="E8EFF8"/>
          </a:solidFill>
          <a:ln>
            <a:solidFill>
              <a:srgbClr val="E8EF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3241040" y="934720"/>
            <a:ext cx="5811520" cy="9652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>
                <a:latin typeface="Segoe UI" panose="020B0502040204020203" pitchFamily="34" charset="0"/>
                <a:cs typeface="Segoe UI" panose="020B0502040204020203" pitchFamily="34" charset="0"/>
              </a:rPr>
              <a:t>Thank You!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90240" y="3637280"/>
            <a:ext cx="5811520" cy="25603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16960" y="2009170"/>
            <a:ext cx="5222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Start Your Learning Journey Today!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BEAB1B-2B35-CBE0-9E3B-5334FF431781}"/>
              </a:ext>
            </a:extLst>
          </p:cNvPr>
          <p:cNvSpPr txBox="1"/>
          <p:nvPr/>
        </p:nvSpPr>
        <p:spPr>
          <a:xfrm>
            <a:off x="4141470" y="4023360"/>
            <a:ext cx="39090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www.upskills.com</a:t>
            </a:r>
            <a:endParaRPr lang="en-US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info@upskills.com</a:t>
            </a:r>
            <a:endParaRPr lang="en-US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+88082785385949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Dhaka, Bangladesh</a:t>
            </a:r>
          </a:p>
        </p:txBody>
      </p:sp>
    </p:spTree>
    <p:extLst>
      <p:ext uri="{BB962C8B-B14F-4D97-AF65-F5344CB8AC3E}">
        <p14:creationId xmlns:p14="http://schemas.microsoft.com/office/powerpoint/2010/main" val="2436899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103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USDTC</dc:creator>
  <cp:lastModifiedBy>MD IMRAN ALI</cp:lastModifiedBy>
  <cp:revision>18</cp:revision>
  <dcterms:created xsi:type="dcterms:W3CDTF">2026-07-11T16:34:30Z</dcterms:created>
  <dcterms:modified xsi:type="dcterms:W3CDTF">2026-08-06T04:54:41Z</dcterms:modified>
</cp:coreProperties>
</file>