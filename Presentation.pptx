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4CC8FE-A099-461E-AF68-722C26F95282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03532C-68E3-4F76-90D8-C9DF7A4A1EC1}">
      <dgm:prSet phldrT="[Text]" custT="1"/>
      <dgm:spPr/>
      <dgm:t>
        <a:bodyPr/>
        <a:lstStyle/>
        <a:p>
          <a:r>
            <a:rPr lang="en-US" sz="2800" dirty="0"/>
            <a:t>ICT</a:t>
          </a:r>
        </a:p>
      </dgm:t>
    </dgm:pt>
    <dgm:pt modelId="{B6426508-1CF8-4C34-976C-55F170B218F8}" type="parTrans" cxnId="{C4F08122-47E9-4198-82F5-6ECFBAAD3BC4}">
      <dgm:prSet/>
      <dgm:spPr/>
      <dgm:t>
        <a:bodyPr/>
        <a:lstStyle/>
        <a:p>
          <a:endParaRPr lang="en-US" sz="2800"/>
        </a:p>
      </dgm:t>
    </dgm:pt>
    <dgm:pt modelId="{2A967061-737A-4FD4-9F10-C8E779477A23}" type="sibTrans" cxnId="{C4F08122-47E9-4198-82F5-6ECFBAAD3BC4}">
      <dgm:prSet/>
      <dgm:spPr/>
      <dgm:t>
        <a:bodyPr/>
        <a:lstStyle/>
        <a:p>
          <a:endParaRPr lang="en-US" sz="2800"/>
        </a:p>
      </dgm:t>
    </dgm:pt>
    <dgm:pt modelId="{4B864A3E-7C6B-4E2D-80A5-C18303776901}">
      <dgm:prSet phldrT="[Text]" custT="1"/>
      <dgm:spPr/>
      <dgm:t>
        <a:bodyPr/>
        <a:lstStyle/>
        <a:p>
          <a:r>
            <a:rPr lang="en-US" sz="2800" dirty="0"/>
            <a:t>GD</a:t>
          </a:r>
        </a:p>
      </dgm:t>
    </dgm:pt>
    <dgm:pt modelId="{B8A71CA6-0431-46CA-8D85-F894343FDFED}" type="parTrans" cxnId="{A20D1F19-FE3C-46EF-BE4E-E965FB53FED8}">
      <dgm:prSet custT="1"/>
      <dgm:spPr/>
      <dgm:t>
        <a:bodyPr/>
        <a:lstStyle/>
        <a:p>
          <a:endParaRPr lang="en-US" sz="2800"/>
        </a:p>
      </dgm:t>
    </dgm:pt>
    <dgm:pt modelId="{DE8B55A3-EE6E-4113-96F0-044E134D733A}" type="sibTrans" cxnId="{A20D1F19-FE3C-46EF-BE4E-E965FB53FED8}">
      <dgm:prSet/>
      <dgm:spPr/>
      <dgm:t>
        <a:bodyPr/>
        <a:lstStyle/>
        <a:p>
          <a:endParaRPr lang="en-US" sz="2800"/>
        </a:p>
      </dgm:t>
    </dgm:pt>
    <dgm:pt modelId="{B790D64E-7BD3-4155-BB3E-63223E34F8A4}">
      <dgm:prSet phldrT="[Text]" custT="1"/>
      <dgm:spPr/>
      <dgm:t>
        <a:bodyPr/>
        <a:lstStyle/>
        <a:p>
          <a:r>
            <a:rPr lang="en-US" sz="2800" dirty="0"/>
            <a:t>Level 2</a:t>
          </a:r>
        </a:p>
      </dgm:t>
    </dgm:pt>
    <dgm:pt modelId="{7CE8A8B8-2A38-4F72-BBFF-24890F3331CF}" type="parTrans" cxnId="{1080B3D4-01A2-4096-915D-00154EB519C2}">
      <dgm:prSet custT="1"/>
      <dgm:spPr/>
      <dgm:t>
        <a:bodyPr/>
        <a:lstStyle/>
        <a:p>
          <a:endParaRPr lang="en-US" sz="2800"/>
        </a:p>
      </dgm:t>
    </dgm:pt>
    <dgm:pt modelId="{CAC08235-C6FD-4045-9CD3-96EC8205D5D6}" type="sibTrans" cxnId="{1080B3D4-01A2-4096-915D-00154EB519C2}">
      <dgm:prSet/>
      <dgm:spPr/>
      <dgm:t>
        <a:bodyPr/>
        <a:lstStyle/>
        <a:p>
          <a:endParaRPr lang="en-US" sz="2800"/>
        </a:p>
      </dgm:t>
    </dgm:pt>
    <dgm:pt modelId="{98F8332F-901C-4693-B039-9E1B43736E57}">
      <dgm:prSet phldrT="[Text]" custT="1"/>
      <dgm:spPr/>
      <dgm:t>
        <a:bodyPr/>
        <a:lstStyle/>
        <a:p>
          <a:r>
            <a:rPr lang="en-US" sz="2800" dirty="0"/>
            <a:t>Level 3</a:t>
          </a:r>
        </a:p>
      </dgm:t>
    </dgm:pt>
    <dgm:pt modelId="{4729D1E0-B0D0-4B87-8229-6F955F55BDB0}" type="parTrans" cxnId="{EE332205-9BB0-4604-AC13-E2B85586504B}">
      <dgm:prSet custT="1"/>
      <dgm:spPr/>
      <dgm:t>
        <a:bodyPr/>
        <a:lstStyle/>
        <a:p>
          <a:endParaRPr lang="en-US" sz="2800"/>
        </a:p>
      </dgm:t>
    </dgm:pt>
    <dgm:pt modelId="{8AE97158-BCE0-456B-8B16-7244FE52DB41}" type="sibTrans" cxnId="{EE332205-9BB0-4604-AC13-E2B85586504B}">
      <dgm:prSet/>
      <dgm:spPr/>
      <dgm:t>
        <a:bodyPr/>
        <a:lstStyle/>
        <a:p>
          <a:endParaRPr lang="en-US" sz="2800"/>
        </a:p>
      </dgm:t>
    </dgm:pt>
    <dgm:pt modelId="{A9368DBE-75BB-489A-843F-5C7EFBBA2F5C}">
      <dgm:prSet phldrT="[Text]" custT="1"/>
      <dgm:spPr/>
      <dgm:t>
        <a:bodyPr/>
        <a:lstStyle/>
        <a:p>
          <a:r>
            <a:rPr lang="en-US" sz="2800" dirty="0"/>
            <a:t>CO</a:t>
          </a:r>
        </a:p>
      </dgm:t>
    </dgm:pt>
    <dgm:pt modelId="{11177FEA-65A1-499D-B3B0-C4951A244BA5}" type="parTrans" cxnId="{745AC40D-59F2-439B-9FC4-66AE7AF2EA29}">
      <dgm:prSet custT="1"/>
      <dgm:spPr/>
      <dgm:t>
        <a:bodyPr/>
        <a:lstStyle/>
        <a:p>
          <a:endParaRPr lang="en-US" sz="2800"/>
        </a:p>
      </dgm:t>
    </dgm:pt>
    <dgm:pt modelId="{7BFA60E8-ED68-4926-9AC6-76F4CDD1AE94}" type="sibTrans" cxnId="{745AC40D-59F2-439B-9FC4-66AE7AF2EA29}">
      <dgm:prSet/>
      <dgm:spPr/>
      <dgm:t>
        <a:bodyPr/>
        <a:lstStyle/>
        <a:p>
          <a:endParaRPr lang="en-US" sz="2800"/>
        </a:p>
      </dgm:t>
    </dgm:pt>
    <dgm:pt modelId="{60F6B064-18A6-4677-AC3C-10AF093BF33B}">
      <dgm:prSet phldrT="[Text]" custT="1"/>
      <dgm:spPr/>
      <dgm:t>
        <a:bodyPr/>
        <a:lstStyle/>
        <a:p>
          <a:r>
            <a:rPr lang="en-US" sz="2800" dirty="0"/>
            <a:t>Level</a:t>
          </a:r>
          <a:r>
            <a:rPr lang="en-US" sz="2800" baseline="0" dirty="0"/>
            <a:t> 2</a:t>
          </a:r>
          <a:endParaRPr lang="en-US" sz="2800" dirty="0"/>
        </a:p>
      </dgm:t>
    </dgm:pt>
    <dgm:pt modelId="{6B70A069-6B27-4632-BAFF-2A9D77651EB8}" type="parTrans" cxnId="{905B125D-91F4-4C2B-A27C-1ABF070ABA4E}">
      <dgm:prSet custT="1"/>
      <dgm:spPr/>
      <dgm:t>
        <a:bodyPr/>
        <a:lstStyle/>
        <a:p>
          <a:endParaRPr lang="en-US" sz="2800"/>
        </a:p>
      </dgm:t>
    </dgm:pt>
    <dgm:pt modelId="{DC20DE04-0A0C-4697-8C8F-CED8378F503E}" type="sibTrans" cxnId="{905B125D-91F4-4C2B-A27C-1ABF070ABA4E}">
      <dgm:prSet/>
      <dgm:spPr/>
      <dgm:t>
        <a:bodyPr/>
        <a:lstStyle/>
        <a:p>
          <a:endParaRPr lang="en-US" sz="2800"/>
        </a:p>
      </dgm:t>
    </dgm:pt>
    <dgm:pt modelId="{AECE545A-5F5D-4805-ADEF-DEBDFD27C2FA}">
      <dgm:prSet phldrT="[Text]" custT="1"/>
      <dgm:spPr/>
      <dgm:t>
        <a:bodyPr/>
        <a:lstStyle/>
        <a:p>
          <a:r>
            <a:rPr lang="en-US" sz="2800" dirty="0"/>
            <a:t>Level 3</a:t>
          </a:r>
        </a:p>
      </dgm:t>
    </dgm:pt>
    <dgm:pt modelId="{18B83570-AD70-4FB6-A301-B37E5708AA0A}" type="parTrans" cxnId="{45F6CA4F-9E07-4FA5-8287-BED61EB7FE85}">
      <dgm:prSet custT="1"/>
      <dgm:spPr/>
      <dgm:t>
        <a:bodyPr/>
        <a:lstStyle/>
        <a:p>
          <a:endParaRPr lang="en-US" sz="2800"/>
        </a:p>
      </dgm:t>
    </dgm:pt>
    <dgm:pt modelId="{B3ECCF6C-0962-4482-B5D9-6DB3DDF4670D}" type="sibTrans" cxnId="{45F6CA4F-9E07-4FA5-8287-BED61EB7FE85}">
      <dgm:prSet/>
      <dgm:spPr/>
      <dgm:t>
        <a:bodyPr/>
        <a:lstStyle/>
        <a:p>
          <a:endParaRPr lang="en-US" sz="2800"/>
        </a:p>
      </dgm:t>
    </dgm:pt>
    <dgm:pt modelId="{5C571FE6-D460-48A0-BB10-08BB1C56C3B7}" type="pres">
      <dgm:prSet presAssocID="{5C4CC8FE-A099-461E-AF68-722C26F9528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B7C1194-331A-43DD-92EC-BC885E52F6E6}" type="pres">
      <dgm:prSet presAssocID="{4C03532C-68E3-4F76-90D8-C9DF7A4A1EC1}" presName="root1" presStyleCnt="0"/>
      <dgm:spPr/>
    </dgm:pt>
    <dgm:pt modelId="{5A694C3F-65D0-4ED8-9349-3D67C6856D91}" type="pres">
      <dgm:prSet presAssocID="{4C03532C-68E3-4F76-90D8-C9DF7A4A1EC1}" presName="LevelOneTextNode" presStyleLbl="node0" presStyleIdx="0" presStyleCnt="1">
        <dgm:presLayoutVars>
          <dgm:chPref val="3"/>
        </dgm:presLayoutVars>
      </dgm:prSet>
      <dgm:spPr/>
    </dgm:pt>
    <dgm:pt modelId="{6EB98E53-D7B0-40ED-B659-C3D481AF9F20}" type="pres">
      <dgm:prSet presAssocID="{4C03532C-68E3-4F76-90D8-C9DF7A4A1EC1}" presName="level2hierChild" presStyleCnt="0"/>
      <dgm:spPr/>
    </dgm:pt>
    <dgm:pt modelId="{0C0BD7F7-162F-4724-BD48-A9743F3D2171}" type="pres">
      <dgm:prSet presAssocID="{B8A71CA6-0431-46CA-8D85-F894343FDFED}" presName="conn2-1" presStyleLbl="parChTrans1D2" presStyleIdx="0" presStyleCnt="2"/>
      <dgm:spPr/>
    </dgm:pt>
    <dgm:pt modelId="{11A1FE93-FA98-4588-AD2E-FE8DB8D207B2}" type="pres">
      <dgm:prSet presAssocID="{B8A71CA6-0431-46CA-8D85-F894343FDFED}" presName="connTx" presStyleLbl="parChTrans1D2" presStyleIdx="0" presStyleCnt="2"/>
      <dgm:spPr/>
    </dgm:pt>
    <dgm:pt modelId="{C16FEBF2-AD16-4B99-9FA7-E58CE7EFBACD}" type="pres">
      <dgm:prSet presAssocID="{4B864A3E-7C6B-4E2D-80A5-C18303776901}" presName="root2" presStyleCnt="0"/>
      <dgm:spPr/>
    </dgm:pt>
    <dgm:pt modelId="{6E1F05F4-E9C3-40D5-94EA-A9A8915F41B8}" type="pres">
      <dgm:prSet presAssocID="{4B864A3E-7C6B-4E2D-80A5-C18303776901}" presName="LevelTwoTextNode" presStyleLbl="node2" presStyleIdx="0" presStyleCnt="2">
        <dgm:presLayoutVars>
          <dgm:chPref val="3"/>
        </dgm:presLayoutVars>
      </dgm:prSet>
      <dgm:spPr/>
    </dgm:pt>
    <dgm:pt modelId="{BB0C4C9F-A8BC-45A5-ADFA-D918A2FCF587}" type="pres">
      <dgm:prSet presAssocID="{4B864A3E-7C6B-4E2D-80A5-C18303776901}" presName="level3hierChild" presStyleCnt="0"/>
      <dgm:spPr/>
    </dgm:pt>
    <dgm:pt modelId="{137CB785-C18E-4D54-943B-81B06330B267}" type="pres">
      <dgm:prSet presAssocID="{7CE8A8B8-2A38-4F72-BBFF-24890F3331CF}" presName="conn2-1" presStyleLbl="parChTrans1D3" presStyleIdx="0" presStyleCnt="4"/>
      <dgm:spPr/>
    </dgm:pt>
    <dgm:pt modelId="{06569296-23B4-47B3-8714-F8B03971C877}" type="pres">
      <dgm:prSet presAssocID="{7CE8A8B8-2A38-4F72-BBFF-24890F3331CF}" presName="connTx" presStyleLbl="parChTrans1D3" presStyleIdx="0" presStyleCnt="4"/>
      <dgm:spPr/>
    </dgm:pt>
    <dgm:pt modelId="{2371ACBD-668A-4B06-9EF5-46BCCF3D646A}" type="pres">
      <dgm:prSet presAssocID="{B790D64E-7BD3-4155-BB3E-63223E34F8A4}" presName="root2" presStyleCnt="0"/>
      <dgm:spPr/>
    </dgm:pt>
    <dgm:pt modelId="{3E3EBFD0-4B10-42BF-8F71-659BC3CAD4FF}" type="pres">
      <dgm:prSet presAssocID="{B790D64E-7BD3-4155-BB3E-63223E34F8A4}" presName="LevelTwoTextNode" presStyleLbl="node3" presStyleIdx="0" presStyleCnt="4" custLinFactNeighborY="0">
        <dgm:presLayoutVars>
          <dgm:chPref val="3"/>
        </dgm:presLayoutVars>
      </dgm:prSet>
      <dgm:spPr/>
    </dgm:pt>
    <dgm:pt modelId="{92797586-E113-4A55-8584-1CBC258F43E2}" type="pres">
      <dgm:prSet presAssocID="{B790D64E-7BD3-4155-BB3E-63223E34F8A4}" presName="level3hierChild" presStyleCnt="0"/>
      <dgm:spPr/>
    </dgm:pt>
    <dgm:pt modelId="{C48A01DF-4EAF-4DDF-894A-CEFEEE99BF29}" type="pres">
      <dgm:prSet presAssocID="{4729D1E0-B0D0-4B87-8229-6F955F55BDB0}" presName="conn2-1" presStyleLbl="parChTrans1D3" presStyleIdx="1" presStyleCnt="4"/>
      <dgm:spPr/>
    </dgm:pt>
    <dgm:pt modelId="{2BFA9C2C-B49D-4AB0-92F7-2190BDC8DC86}" type="pres">
      <dgm:prSet presAssocID="{4729D1E0-B0D0-4B87-8229-6F955F55BDB0}" presName="connTx" presStyleLbl="parChTrans1D3" presStyleIdx="1" presStyleCnt="4"/>
      <dgm:spPr/>
    </dgm:pt>
    <dgm:pt modelId="{7A3AA192-0D31-485E-A54C-9C0C309C1ECF}" type="pres">
      <dgm:prSet presAssocID="{98F8332F-901C-4693-B039-9E1B43736E57}" presName="root2" presStyleCnt="0"/>
      <dgm:spPr/>
    </dgm:pt>
    <dgm:pt modelId="{286A5F2B-BD00-43BC-808D-8C22B77B3EBA}" type="pres">
      <dgm:prSet presAssocID="{98F8332F-901C-4693-B039-9E1B43736E57}" presName="LevelTwoTextNode" presStyleLbl="node3" presStyleIdx="1" presStyleCnt="4">
        <dgm:presLayoutVars>
          <dgm:chPref val="3"/>
        </dgm:presLayoutVars>
      </dgm:prSet>
      <dgm:spPr/>
    </dgm:pt>
    <dgm:pt modelId="{F9F1905A-02C7-4E50-BA9B-1E26BBE37C4C}" type="pres">
      <dgm:prSet presAssocID="{98F8332F-901C-4693-B039-9E1B43736E57}" presName="level3hierChild" presStyleCnt="0"/>
      <dgm:spPr/>
    </dgm:pt>
    <dgm:pt modelId="{D6542DD2-2729-4EFE-99DC-6A59AB211C4A}" type="pres">
      <dgm:prSet presAssocID="{11177FEA-65A1-499D-B3B0-C4951A244BA5}" presName="conn2-1" presStyleLbl="parChTrans1D2" presStyleIdx="1" presStyleCnt="2"/>
      <dgm:spPr/>
    </dgm:pt>
    <dgm:pt modelId="{C770BD8A-100C-4F46-A50C-71247BF9569A}" type="pres">
      <dgm:prSet presAssocID="{11177FEA-65A1-499D-B3B0-C4951A244BA5}" presName="connTx" presStyleLbl="parChTrans1D2" presStyleIdx="1" presStyleCnt="2"/>
      <dgm:spPr/>
    </dgm:pt>
    <dgm:pt modelId="{1B271E2E-D42C-4890-A779-C5C32F180137}" type="pres">
      <dgm:prSet presAssocID="{A9368DBE-75BB-489A-843F-5C7EFBBA2F5C}" presName="root2" presStyleCnt="0"/>
      <dgm:spPr/>
    </dgm:pt>
    <dgm:pt modelId="{C902718D-C462-430A-88A5-81C66BFB8514}" type="pres">
      <dgm:prSet presAssocID="{A9368DBE-75BB-489A-843F-5C7EFBBA2F5C}" presName="LevelTwoTextNode" presStyleLbl="node2" presStyleIdx="1" presStyleCnt="2">
        <dgm:presLayoutVars>
          <dgm:chPref val="3"/>
        </dgm:presLayoutVars>
      </dgm:prSet>
      <dgm:spPr/>
    </dgm:pt>
    <dgm:pt modelId="{AF8EDA23-CCC8-4DD4-8D0D-EEC04BBD3344}" type="pres">
      <dgm:prSet presAssocID="{A9368DBE-75BB-489A-843F-5C7EFBBA2F5C}" presName="level3hierChild" presStyleCnt="0"/>
      <dgm:spPr/>
    </dgm:pt>
    <dgm:pt modelId="{713899C6-1265-432A-85DF-2AE4777E89F3}" type="pres">
      <dgm:prSet presAssocID="{6B70A069-6B27-4632-BAFF-2A9D77651EB8}" presName="conn2-1" presStyleLbl="parChTrans1D3" presStyleIdx="2" presStyleCnt="4"/>
      <dgm:spPr/>
    </dgm:pt>
    <dgm:pt modelId="{89A0FB57-9155-4A96-B9E5-6F3C505550E3}" type="pres">
      <dgm:prSet presAssocID="{6B70A069-6B27-4632-BAFF-2A9D77651EB8}" presName="connTx" presStyleLbl="parChTrans1D3" presStyleIdx="2" presStyleCnt="4"/>
      <dgm:spPr/>
    </dgm:pt>
    <dgm:pt modelId="{06E8FCB3-C215-4865-B905-78B634B29A7F}" type="pres">
      <dgm:prSet presAssocID="{60F6B064-18A6-4677-AC3C-10AF093BF33B}" presName="root2" presStyleCnt="0"/>
      <dgm:spPr/>
    </dgm:pt>
    <dgm:pt modelId="{1CF0F464-8B18-4F14-B0C1-05D1DE10E64A}" type="pres">
      <dgm:prSet presAssocID="{60F6B064-18A6-4677-AC3C-10AF093BF33B}" presName="LevelTwoTextNode" presStyleLbl="node3" presStyleIdx="2" presStyleCnt="4">
        <dgm:presLayoutVars>
          <dgm:chPref val="3"/>
        </dgm:presLayoutVars>
      </dgm:prSet>
      <dgm:spPr/>
    </dgm:pt>
    <dgm:pt modelId="{DCEDE26E-0CB0-4BD8-B3A9-79633C51E680}" type="pres">
      <dgm:prSet presAssocID="{60F6B064-18A6-4677-AC3C-10AF093BF33B}" presName="level3hierChild" presStyleCnt="0"/>
      <dgm:spPr/>
    </dgm:pt>
    <dgm:pt modelId="{A085ABA6-0046-4641-A890-046ED7185E39}" type="pres">
      <dgm:prSet presAssocID="{18B83570-AD70-4FB6-A301-B37E5708AA0A}" presName="conn2-1" presStyleLbl="parChTrans1D3" presStyleIdx="3" presStyleCnt="4"/>
      <dgm:spPr/>
    </dgm:pt>
    <dgm:pt modelId="{E008B4F6-F860-4EE9-ABBA-98BD54921AC5}" type="pres">
      <dgm:prSet presAssocID="{18B83570-AD70-4FB6-A301-B37E5708AA0A}" presName="connTx" presStyleLbl="parChTrans1D3" presStyleIdx="3" presStyleCnt="4"/>
      <dgm:spPr/>
    </dgm:pt>
    <dgm:pt modelId="{EAA0BFCF-1C95-41A7-8CC4-FC85A8BE3128}" type="pres">
      <dgm:prSet presAssocID="{AECE545A-5F5D-4805-ADEF-DEBDFD27C2FA}" presName="root2" presStyleCnt="0"/>
      <dgm:spPr/>
    </dgm:pt>
    <dgm:pt modelId="{E8B21CDF-F152-4E80-BC75-244C98B0D8A1}" type="pres">
      <dgm:prSet presAssocID="{AECE545A-5F5D-4805-ADEF-DEBDFD27C2FA}" presName="LevelTwoTextNode" presStyleLbl="node3" presStyleIdx="3" presStyleCnt="4">
        <dgm:presLayoutVars>
          <dgm:chPref val="3"/>
        </dgm:presLayoutVars>
      </dgm:prSet>
      <dgm:spPr/>
    </dgm:pt>
    <dgm:pt modelId="{23A0B5A7-8E8E-4CE6-BD7B-F233B1D54544}" type="pres">
      <dgm:prSet presAssocID="{AECE545A-5F5D-4805-ADEF-DEBDFD27C2FA}" presName="level3hierChild" presStyleCnt="0"/>
      <dgm:spPr/>
    </dgm:pt>
  </dgm:ptLst>
  <dgm:cxnLst>
    <dgm:cxn modelId="{EE332205-9BB0-4604-AC13-E2B85586504B}" srcId="{4B864A3E-7C6B-4E2D-80A5-C18303776901}" destId="{98F8332F-901C-4693-B039-9E1B43736E57}" srcOrd="1" destOrd="0" parTransId="{4729D1E0-B0D0-4B87-8229-6F955F55BDB0}" sibTransId="{8AE97158-BCE0-456B-8B16-7244FE52DB41}"/>
    <dgm:cxn modelId="{D567030D-B4E2-4C60-8D8C-A492F938E1F2}" type="presOf" srcId="{4729D1E0-B0D0-4B87-8229-6F955F55BDB0}" destId="{C48A01DF-4EAF-4DDF-894A-CEFEEE99BF29}" srcOrd="0" destOrd="0" presId="urn:microsoft.com/office/officeart/2005/8/layout/hierarchy2"/>
    <dgm:cxn modelId="{745AC40D-59F2-439B-9FC4-66AE7AF2EA29}" srcId="{4C03532C-68E3-4F76-90D8-C9DF7A4A1EC1}" destId="{A9368DBE-75BB-489A-843F-5C7EFBBA2F5C}" srcOrd="1" destOrd="0" parTransId="{11177FEA-65A1-499D-B3B0-C4951A244BA5}" sibTransId="{7BFA60E8-ED68-4926-9AC6-76F4CDD1AE94}"/>
    <dgm:cxn modelId="{A20D1F19-FE3C-46EF-BE4E-E965FB53FED8}" srcId="{4C03532C-68E3-4F76-90D8-C9DF7A4A1EC1}" destId="{4B864A3E-7C6B-4E2D-80A5-C18303776901}" srcOrd="0" destOrd="0" parTransId="{B8A71CA6-0431-46CA-8D85-F894343FDFED}" sibTransId="{DE8B55A3-EE6E-4113-96F0-044E134D733A}"/>
    <dgm:cxn modelId="{1995251A-1DBC-441D-911D-73098B603ACB}" type="presOf" srcId="{98F8332F-901C-4693-B039-9E1B43736E57}" destId="{286A5F2B-BD00-43BC-808D-8C22B77B3EBA}" srcOrd="0" destOrd="0" presId="urn:microsoft.com/office/officeart/2005/8/layout/hierarchy2"/>
    <dgm:cxn modelId="{C4F08122-47E9-4198-82F5-6ECFBAAD3BC4}" srcId="{5C4CC8FE-A099-461E-AF68-722C26F95282}" destId="{4C03532C-68E3-4F76-90D8-C9DF7A4A1EC1}" srcOrd="0" destOrd="0" parTransId="{B6426508-1CF8-4C34-976C-55F170B218F8}" sibTransId="{2A967061-737A-4FD4-9F10-C8E779477A23}"/>
    <dgm:cxn modelId="{178A8834-4E31-42C3-9740-4BA3603C9283}" type="presOf" srcId="{6B70A069-6B27-4632-BAFF-2A9D77651EB8}" destId="{713899C6-1265-432A-85DF-2AE4777E89F3}" srcOrd="0" destOrd="0" presId="urn:microsoft.com/office/officeart/2005/8/layout/hierarchy2"/>
    <dgm:cxn modelId="{B7791A36-5126-454D-A1EF-4139DA31CDA0}" type="presOf" srcId="{4729D1E0-B0D0-4B87-8229-6F955F55BDB0}" destId="{2BFA9C2C-B49D-4AB0-92F7-2190BDC8DC86}" srcOrd="1" destOrd="0" presId="urn:microsoft.com/office/officeart/2005/8/layout/hierarchy2"/>
    <dgm:cxn modelId="{7D20943C-8200-4F7F-870C-573E6D986779}" type="presOf" srcId="{B8A71CA6-0431-46CA-8D85-F894343FDFED}" destId="{0C0BD7F7-162F-4724-BD48-A9743F3D2171}" srcOrd="0" destOrd="0" presId="urn:microsoft.com/office/officeart/2005/8/layout/hierarchy2"/>
    <dgm:cxn modelId="{905B125D-91F4-4C2B-A27C-1ABF070ABA4E}" srcId="{A9368DBE-75BB-489A-843F-5C7EFBBA2F5C}" destId="{60F6B064-18A6-4677-AC3C-10AF093BF33B}" srcOrd="0" destOrd="0" parTransId="{6B70A069-6B27-4632-BAFF-2A9D77651EB8}" sibTransId="{DC20DE04-0A0C-4697-8C8F-CED8378F503E}"/>
    <dgm:cxn modelId="{F433595D-32DF-4743-ACA7-9D2624E84F60}" type="presOf" srcId="{4B864A3E-7C6B-4E2D-80A5-C18303776901}" destId="{6E1F05F4-E9C3-40D5-94EA-A9A8915F41B8}" srcOrd="0" destOrd="0" presId="urn:microsoft.com/office/officeart/2005/8/layout/hierarchy2"/>
    <dgm:cxn modelId="{1F86CC4A-2525-4C44-8106-A656A5124B1D}" type="presOf" srcId="{60F6B064-18A6-4677-AC3C-10AF093BF33B}" destId="{1CF0F464-8B18-4F14-B0C1-05D1DE10E64A}" srcOrd="0" destOrd="0" presId="urn:microsoft.com/office/officeart/2005/8/layout/hierarchy2"/>
    <dgm:cxn modelId="{4C2D0D4F-3662-4665-B3E3-91F86CB45E7B}" type="presOf" srcId="{11177FEA-65A1-499D-B3B0-C4951A244BA5}" destId="{D6542DD2-2729-4EFE-99DC-6A59AB211C4A}" srcOrd="0" destOrd="0" presId="urn:microsoft.com/office/officeart/2005/8/layout/hierarchy2"/>
    <dgm:cxn modelId="{45F6CA4F-9E07-4FA5-8287-BED61EB7FE85}" srcId="{A9368DBE-75BB-489A-843F-5C7EFBBA2F5C}" destId="{AECE545A-5F5D-4805-ADEF-DEBDFD27C2FA}" srcOrd="1" destOrd="0" parTransId="{18B83570-AD70-4FB6-A301-B37E5708AA0A}" sibTransId="{B3ECCF6C-0962-4482-B5D9-6DB3DDF4670D}"/>
    <dgm:cxn modelId="{7D89FB4F-877F-4F09-9AB9-2F26930657DB}" type="presOf" srcId="{18B83570-AD70-4FB6-A301-B37E5708AA0A}" destId="{A085ABA6-0046-4641-A890-046ED7185E39}" srcOrd="0" destOrd="0" presId="urn:microsoft.com/office/officeart/2005/8/layout/hierarchy2"/>
    <dgm:cxn modelId="{46E1FB85-45E6-4141-A6A1-57EA73436964}" type="presOf" srcId="{7CE8A8B8-2A38-4F72-BBFF-24890F3331CF}" destId="{06569296-23B4-47B3-8714-F8B03971C877}" srcOrd="1" destOrd="0" presId="urn:microsoft.com/office/officeart/2005/8/layout/hierarchy2"/>
    <dgm:cxn modelId="{CB0D749A-6C06-4316-A08F-9C2E5434B5DF}" type="presOf" srcId="{7CE8A8B8-2A38-4F72-BBFF-24890F3331CF}" destId="{137CB785-C18E-4D54-943B-81B06330B267}" srcOrd="0" destOrd="0" presId="urn:microsoft.com/office/officeart/2005/8/layout/hierarchy2"/>
    <dgm:cxn modelId="{D0FBB79C-F562-46E2-BCEA-68C7691E454A}" type="presOf" srcId="{4C03532C-68E3-4F76-90D8-C9DF7A4A1EC1}" destId="{5A694C3F-65D0-4ED8-9349-3D67C6856D91}" srcOrd="0" destOrd="0" presId="urn:microsoft.com/office/officeart/2005/8/layout/hierarchy2"/>
    <dgm:cxn modelId="{ECA408AC-9E1A-4A33-A99E-70BEB0D04370}" type="presOf" srcId="{6B70A069-6B27-4632-BAFF-2A9D77651EB8}" destId="{89A0FB57-9155-4A96-B9E5-6F3C505550E3}" srcOrd="1" destOrd="0" presId="urn:microsoft.com/office/officeart/2005/8/layout/hierarchy2"/>
    <dgm:cxn modelId="{2BE9A8B5-042F-460D-946E-394F4EF236BC}" type="presOf" srcId="{B8A71CA6-0431-46CA-8D85-F894343FDFED}" destId="{11A1FE93-FA98-4588-AD2E-FE8DB8D207B2}" srcOrd="1" destOrd="0" presId="urn:microsoft.com/office/officeart/2005/8/layout/hierarchy2"/>
    <dgm:cxn modelId="{BDA951B8-7256-4178-AA89-D18F9D6402E5}" type="presOf" srcId="{B790D64E-7BD3-4155-BB3E-63223E34F8A4}" destId="{3E3EBFD0-4B10-42BF-8F71-659BC3CAD4FF}" srcOrd="0" destOrd="0" presId="urn:microsoft.com/office/officeart/2005/8/layout/hierarchy2"/>
    <dgm:cxn modelId="{FE9F3FBC-C11C-472E-825F-BB6D56FE91B0}" type="presOf" srcId="{11177FEA-65A1-499D-B3B0-C4951A244BA5}" destId="{C770BD8A-100C-4F46-A50C-71247BF9569A}" srcOrd="1" destOrd="0" presId="urn:microsoft.com/office/officeart/2005/8/layout/hierarchy2"/>
    <dgm:cxn modelId="{19E158C6-E042-475D-9538-674628F9FC5D}" type="presOf" srcId="{18B83570-AD70-4FB6-A301-B37E5708AA0A}" destId="{E008B4F6-F860-4EE9-ABBA-98BD54921AC5}" srcOrd="1" destOrd="0" presId="urn:microsoft.com/office/officeart/2005/8/layout/hierarchy2"/>
    <dgm:cxn modelId="{7F3ADDCB-A863-49D3-A95A-23D7895923FF}" type="presOf" srcId="{AECE545A-5F5D-4805-ADEF-DEBDFD27C2FA}" destId="{E8B21CDF-F152-4E80-BC75-244C98B0D8A1}" srcOrd="0" destOrd="0" presId="urn:microsoft.com/office/officeart/2005/8/layout/hierarchy2"/>
    <dgm:cxn modelId="{1080B3D4-01A2-4096-915D-00154EB519C2}" srcId="{4B864A3E-7C6B-4E2D-80A5-C18303776901}" destId="{B790D64E-7BD3-4155-BB3E-63223E34F8A4}" srcOrd="0" destOrd="0" parTransId="{7CE8A8B8-2A38-4F72-BBFF-24890F3331CF}" sibTransId="{CAC08235-C6FD-4045-9CD3-96EC8205D5D6}"/>
    <dgm:cxn modelId="{0A3968EA-139F-40F5-9BE7-F83F4FAD6D73}" type="presOf" srcId="{A9368DBE-75BB-489A-843F-5C7EFBBA2F5C}" destId="{C902718D-C462-430A-88A5-81C66BFB8514}" srcOrd="0" destOrd="0" presId="urn:microsoft.com/office/officeart/2005/8/layout/hierarchy2"/>
    <dgm:cxn modelId="{E75393EA-AEE8-4FE1-8E7B-EC5B8CB561A4}" type="presOf" srcId="{5C4CC8FE-A099-461E-AF68-722C26F95282}" destId="{5C571FE6-D460-48A0-BB10-08BB1C56C3B7}" srcOrd="0" destOrd="0" presId="urn:microsoft.com/office/officeart/2005/8/layout/hierarchy2"/>
    <dgm:cxn modelId="{668FC772-1C34-4B02-857D-0D6BFB9FCBC6}" type="presParOf" srcId="{5C571FE6-D460-48A0-BB10-08BB1C56C3B7}" destId="{DB7C1194-331A-43DD-92EC-BC885E52F6E6}" srcOrd="0" destOrd="0" presId="urn:microsoft.com/office/officeart/2005/8/layout/hierarchy2"/>
    <dgm:cxn modelId="{E039EF47-5E8D-426C-9DCF-C85D97538557}" type="presParOf" srcId="{DB7C1194-331A-43DD-92EC-BC885E52F6E6}" destId="{5A694C3F-65D0-4ED8-9349-3D67C6856D91}" srcOrd="0" destOrd="0" presId="urn:microsoft.com/office/officeart/2005/8/layout/hierarchy2"/>
    <dgm:cxn modelId="{258D6E77-7205-4201-8CBD-BCC3B4256224}" type="presParOf" srcId="{DB7C1194-331A-43DD-92EC-BC885E52F6E6}" destId="{6EB98E53-D7B0-40ED-B659-C3D481AF9F20}" srcOrd="1" destOrd="0" presId="urn:microsoft.com/office/officeart/2005/8/layout/hierarchy2"/>
    <dgm:cxn modelId="{C151832A-F0BF-412C-9864-D242C46F2802}" type="presParOf" srcId="{6EB98E53-D7B0-40ED-B659-C3D481AF9F20}" destId="{0C0BD7F7-162F-4724-BD48-A9743F3D2171}" srcOrd="0" destOrd="0" presId="urn:microsoft.com/office/officeart/2005/8/layout/hierarchy2"/>
    <dgm:cxn modelId="{8E9D79EC-AB28-4429-9C02-367E7B11EA1C}" type="presParOf" srcId="{0C0BD7F7-162F-4724-BD48-A9743F3D2171}" destId="{11A1FE93-FA98-4588-AD2E-FE8DB8D207B2}" srcOrd="0" destOrd="0" presId="urn:microsoft.com/office/officeart/2005/8/layout/hierarchy2"/>
    <dgm:cxn modelId="{8F2C8984-EABD-4745-A0C6-9DCF3A6F4005}" type="presParOf" srcId="{6EB98E53-D7B0-40ED-B659-C3D481AF9F20}" destId="{C16FEBF2-AD16-4B99-9FA7-E58CE7EFBACD}" srcOrd="1" destOrd="0" presId="urn:microsoft.com/office/officeart/2005/8/layout/hierarchy2"/>
    <dgm:cxn modelId="{EBB18FCF-3AE1-4F00-98C2-36DBCD8901E3}" type="presParOf" srcId="{C16FEBF2-AD16-4B99-9FA7-E58CE7EFBACD}" destId="{6E1F05F4-E9C3-40D5-94EA-A9A8915F41B8}" srcOrd="0" destOrd="0" presId="urn:microsoft.com/office/officeart/2005/8/layout/hierarchy2"/>
    <dgm:cxn modelId="{E45B7339-BCB9-4522-B47C-F53CF46699C1}" type="presParOf" srcId="{C16FEBF2-AD16-4B99-9FA7-E58CE7EFBACD}" destId="{BB0C4C9F-A8BC-45A5-ADFA-D918A2FCF587}" srcOrd="1" destOrd="0" presId="urn:microsoft.com/office/officeart/2005/8/layout/hierarchy2"/>
    <dgm:cxn modelId="{43445C91-2700-42C6-BD0E-7E71723A24A7}" type="presParOf" srcId="{BB0C4C9F-A8BC-45A5-ADFA-D918A2FCF587}" destId="{137CB785-C18E-4D54-943B-81B06330B267}" srcOrd="0" destOrd="0" presId="urn:microsoft.com/office/officeart/2005/8/layout/hierarchy2"/>
    <dgm:cxn modelId="{99724C06-961A-4A77-BA37-89A57F62B475}" type="presParOf" srcId="{137CB785-C18E-4D54-943B-81B06330B267}" destId="{06569296-23B4-47B3-8714-F8B03971C877}" srcOrd="0" destOrd="0" presId="urn:microsoft.com/office/officeart/2005/8/layout/hierarchy2"/>
    <dgm:cxn modelId="{F9050F8D-15FF-43A5-948E-A0F56062F27F}" type="presParOf" srcId="{BB0C4C9F-A8BC-45A5-ADFA-D918A2FCF587}" destId="{2371ACBD-668A-4B06-9EF5-46BCCF3D646A}" srcOrd="1" destOrd="0" presId="urn:microsoft.com/office/officeart/2005/8/layout/hierarchy2"/>
    <dgm:cxn modelId="{2B555ABA-09DC-4F06-B16F-E84B5219845E}" type="presParOf" srcId="{2371ACBD-668A-4B06-9EF5-46BCCF3D646A}" destId="{3E3EBFD0-4B10-42BF-8F71-659BC3CAD4FF}" srcOrd="0" destOrd="0" presId="urn:microsoft.com/office/officeart/2005/8/layout/hierarchy2"/>
    <dgm:cxn modelId="{1A1717AD-43DD-4FC4-BE3C-29A0315F0542}" type="presParOf" srcId="{2371ACBD-668A-4B06-9EF5-46BCCF3D646A}" destId="{92797586-E113-4A55-8584-1CBC258F43E2}" srcOrd="1" destOrd="0" presId="urn:microsoft.com/office/officeart/2005/8/layout/hierarchy2"/>
    <dgm:cxn modelId="{C5EBD9B2-7740-4C8F-BFFE-43AEC1704B9D}" type="presParOf" srcId="{BB0C4C9F-A8BC-45A5-ADFA-D918A2FCF587}" destId="{C48A01DF-4EAF-4DDF-894A-CEFEEE99BF29}" srcOrd="2" destOrd="0" presId="urn:microsoft.com/office/officeart/2005/8/layout/hierarchy2"/>
    <dgm:cxn modelId="{C8D7F458-BBE3-4BB6-A10B-0EB5FFE00559}" type="presParOf" srcId="{C48A01DF-4EAF-4DDF-894A-CEFEEE99BF29}" destId="{2BFA9C2C-B49D-4AB0-92F7-2190BDC8DC86}" srcOrd="0" destOrd="0" presId="urn:microsoft.com/office/officeart/2005/8/layout/hierarchy2"/>
    <dgm:cxn modelId="{1D6CB97B-1F2C-4052-8E09-E6662EC1A7B3}" type="presParOf" srcId="{BB0C4C9F-A8BC-45A5-ADFA-D918A2FCF587}" destId="{7A3AA192-0D31-485E-A54C-9C0C309C1ECF}" srcOrd="3" destOrd="0" presId="urn:microsoft.com/office/officeart/2005/8/layout/hierarchy2"/>
    <dgm:cxn modelId="{9FB5A3F5-3BDE-4C5D-8159-9E648AFC38B8}" type="presParOf" srcId="{7A3AA192-0D31-485E-A54C-9C0C309C1ECF}" destId="{286A5F2B-BD00-43BC-808D-8C22B77B3EBA}" srcOrd="0" destOrd="0" presId="urn:microsoft.com/office/officeart/2005/8/layout/hierarchy2"/>
    <dgm:cxn modelId="{3AA7041A-38ED-4819-B410-FD63505A62BD}" type="presParOf" srcId="{7A3AA192-0D31-485E-A54C-9C0C309C1ECF}" destId="{F9F1905A-02C7-4E50-BA9B-1E26BBE37C4C}" srcOrd="1" destOrd="0" presId="urn:microsoft.com/office/officeart/2005/8/layout/hierarchy2"/>
    <dgm:cxn modelId="{481F9B0F-80BA-4435-88A5-F6D2425C9284}" type="presParOf" srcId="{6EB98E53-D7B0-40ED-B659-C3D481AF9F20}" destId="{D6542DD2-2729-4EFE-99DC-6A59AB211C4A}" srcOrd="2" destOrd="0" presId="urn:microsoft.com/office/officeart/2005/8/layout/hierarchy2"/>
    <dgm:cxn modelId="{472F8BE7-B947-44F9-B1C8-EDFC3351CDD0}" type="presParOf" srcId="{D6542DD2-2729-4EFE-99DC-6A59AB211C4A}" destId="{C770BD8A-100C-4F46-A50C-71247BF9569A}" srcOrd="0" destOrd="0" presId="urn:microsoft.com/office/officeart/2005/8/layout/hierarchy2"/>
    <dgm:cxn modelId="{F162540F-96F6-47BA-BAC5-E6382F770ADC}" type="presParOf" srcId="{6EB98E53-D7B0-40ED-B659-C3D481AF9F20}" destId="{1B271E2E-D42C-4890-A779-C5C32F180137}" srcOrd="3" destOrd="0" presId="urn:microsoft.com/office/officeart/2005/8/layout/hierarchy2"/>
    <dgm:cxn modelId="{1A9D5984-9412-4580-9965-DE870CC4BAC5}" type="presParOf" srcId="{1B271E2E-D42C-4890-A779-C5C32F180137}" destId="{C902718D-C462-430A-88A5-81C66BFB8514}" srcOrd="0" destOrd="0" presId="urn:microsoft.com/office/officeart/2005/8/layout/hierarchy2"/>
    <dgm:cxn modelId="{D72B0B08-0E1B-4CA4-BCD1-3D54F5FDC292}" type="presParOf" srcId="{1B271E2E-D42C-4890-A779-C5C32F180137}" destId="{AF8EDA23-CCC8-4DD4-8D0D-EEC04BBD3344}" srcOrd="1" destOrd="0" presId="urn:microsoft.com/office/officeart/2005/8/layout/hierarchy2"/>
    <dgm:cxn modelId="{2B159FEC-009C-4223-8AB0-E7CB45A6DD2D}" type="presParOf" srcId="{AF8EDA23-CCC8-4DD4-8D0D-EEC04BBD3344}" destId="{713899C6-1265-432A-85DF-2AE4777E89F3}" srcOrd="0" destOrd="0" presId="urn:microsoft.com/office/officeart/2005/8/layout/hierarchy2"/>
    <dgm:cxn modelId="{34C026C8-0BAE-498A-80AC-3BE63A23EDF4}" type="presParOf" srcId="{713899C6-1265-432A-85DF-2AE4777E89F3}" destId="{89A0FB57-9155-4A96-B9E5-6F3C505550E3}" srcOrd="0" destOrd="0" presId="urn:microsoft.com/office/officeart/2005/8/layout/hierarchy2"/>
    <dgm:cxn modelId="{ECECEB40-C348-43CE-89B5-9CB4A5F647B7}" type="presParOf" srcId="{AF8EDA23-CCC8-4DD4-8D0D-EEC04BBD3344}" destId="{06E8FCB3-C215-4865-B905-78B634B29A7F}" srcOrd="1" destOrd="0" presId="urn:microsoft.com/office/officeart/2005/8/layout/hierarchy2"/>
    <dgm:cxn modelId="{0A5A1531-527A-4EBA-83F2-1CA947C01705}" type="presParOf" srcId="{06E8FCB3-C215-4865-B905-78B634B29A7F}" destId="{1CF0F464-8B18-4F14-B0C1-05D1DE10E64A}" srcOrd="0" destOrd="0" presId="urn:microsoft.com/office/officeart/2005/8/layout/hierarchy2"/>
    <dgm:cxn modelId="{DBF02C1C-9A40-41F6-A29A-215139033F6B}" type="presParOf" srcId="{06E8FCB3-C215-4865-B905-78B634B29A7F}" destId="{DCEDE26E-0CB0-4BD8-B3A9-79633C51E680}" srcOrd="1" destOrd="0" presId="urn:microsoft.com/office/officeart/2005/8/layout/hierarchy2"/>
    <dgm:cxn modelId="{A8D98D88-848A-4068-9772-A247C30F48DF}" type="presParOf" srcId="{AF8EDA23-CCC8-4DD4-8D0D-EEC04BBD3344}" destId="{A085ABA6-0046-4641-A890-046ED7185E39}" srcOrd="2" destOrd="0" presId="urn:microsoft.com/office/officeart/2005/8/layout/hierarchy2"/>
    <dgm:cxn modelId="{3FCE33F9-F286-4F3A-A8F9-57C95F01327E}" type="presParOf" srcId="{A085ABA6-0046-4641-A890-046ED7185E39}" destId="{E008B4F6-F860-4EE9-ABBA-98BD54921AC5}" srcOrd="0" destOrd="0" presId="urn:microsoft.com/office/officeart/2005/8/layout/hierarchy2"/>
    <dgm:cxn modelId="{2B1FCC26-DEFA-4CDB-9C87-3AE2AC7B2CB3}" type="presParOf" srcId="{AF8EDA23-CCC8-4DD4-8D0D-EEC04BBD3344}" destId="{EAA0BFCF-1C95-41A7-8CC4-FC85A8BE3128}" srcOrd="3" destOrd="0" presId="urn:microsoft.com/office/officeart/2005/8/layout/hierarchy2"/>
    <dgm:cxn modelId="{A3DA1D8F-FEBE-47DC-BC36-75A150FB8B2A}" type="presParOf" srcId="{EAA0BFCF-1C95-41A7-8CC4-FC85A8BE3128}" destId="{E8B21CDF-F152-4E80-BC75-244C98B0D8A1}" srcOrd="0" destOrd="0" presId="urn:microsoft.com/office/officeart/2005/8/layout/hierarchy2"/>
    <dgm:cxn modelId="{D6FBEF6A-D286-4A88-AD9C-025E6B5BAFA3}" type="presParOf" srcId="{EAA0BFCF-1C95-41A7-8CC4-FC85A8BE3128}" destId="{23A0B5A7-8E8E-4CE6-BD7B-F233B1D54544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694C3F-65D0-4ED8-9349-3D67C6856D91}">
      <dsp:nvSpPr>
        <dsp:cNvPr id="0" name=""/>
        <dsp:cNvSpPr/>
      </dsp:nvSpPr>
      <dsp:spPr>
        <a:xfrm>
          <a:off x="1465041" y="1529403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ICT</a:t>
          </a:r>
        </a:p>
      </dsp:txBody>
      <dsp:txXfrm>
        <a:off x="1490993" y="1555355"/>
        <a:ext cx="1720201" cy="834148"/>
      </dsp:txXfrm>
    </dsp:sp>
    <dsp:sp modelId="{0C0BD7F7-162F-4724-BD48-A9743F3D2171}">
      <dsp:nvSpPr>
        <dsp:cNvPr id="0" name=""/>
        <dsp:cNvSpPr/>
      </dsp:nvSpPr>
      <dsp:spPr>
        <a:xfrm rot="18289469">
          <a:off x="2970935" y="1442734"/>
          <a:ext cx="12412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4126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3560536" y="1431918"/>
        <a:ext cx="62063" cy="62063"/>
      </dsp:txXfrm>
    </dsp:sp>
    <dsp:sp modelId="{6E1F05F4-E9C3-40D5-94EA-A9A8915F41B8}">
      <dsp:nvSpPr>
        <dsp:cNvPr id="0" name=""/>
        <dsp:cNvSpPr/>
      </dsp:nvSpPr>
      <dsp:spPr>
        <a:xfrm>
          <a:off x="3945988" y="510443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GD</a:t>
          </a:r>
        </a:p>
      </dsp:txBody>
      <dsp:txXfrm>
        <a:off x="3971940" y="536395"/>
        <a:ext cx="1720201" cy="834148"/>
      </dsp:txXfrm>
    </dsp:sp>
    <dsp:sp modelId="{137CB785-C18E-4D54-943B-81B06330B267}">
      <dsp:nvSpPr>
        <dsp:cNvPr id="0" name=""/>
        <dsp:cNvSpPr/>
      </dsp:nvSpPr>
      <dsp:spPr>
        <a:xfrm rot="19457599">
          <a:off x="5636044" y="678514"/>
          <a:ext cx="87294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72941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0691" y="676905"/>
        <a:ext cx="43647" cy="43647"/>
      </dsp:txXfrm>
    </dsp:sp>
    <dsp:sp modelId="{3E3EBFD0-4B10-42BF-8F71-659BC3CAD4FF}">
      <dsp:nvSpPr>
        <dsp:cNvPr id="0" name=""/>
        <dsp:cNvSpPr/>
      </dsp:nvSpPr>
      <dsp:spPr>
        <a:xfrm>
          <a:off x="6426936" y="963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Level 2</a:t>
          </a:r>
        </a:p>
      </dsp:txBody>
      <dsp:txXfrm>
        <a:off x="6452888" y="26915"/>
        <a:ext cx="1720201" cy="834148"/>
      </dsp:txXfrm>
    </dsp:sp>
    <dsp:sp modelId="{C48A01DF-4EAF-4DDF-894A-CEFEEE99BF29}">
      <dsp:nvSpPr>
        <dsp:cNvPr id="0" name=""/>
        <dsp:cNvSpPr/>
      </dsp:nvSpPr>
      <dsp:spPr>
        <a:xfrm rot="2142401">
          <a:off x="5636044" y="1187994"/>
          <a:ext cx="87294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72941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0691" y="1186386"/>
        <a:ext cx="43647" cy="43647"/>
      </dsp:txXfrm>
    </dsp:sp>
    <dsp:sp modelId="{286A5F2B-BD00-43BC-808D-8C22B77B3EBA}">
      <dsp:nvSpPr>
        <dsp:cNvPr id="0" name=""/>
        <dsp:cNvSpPr/>
      </dsp:nvSpPr>
      <dsp:spPr>
        <a:xfrm>
          <a:off x="6426936" y="1019923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Level 3</a:t>
          </a:r>
        </a:p>
      </dsp:txBody>
      <dsp:txXfrm>
        <a:off x="6452888" y="1045875"/>
        <a:ext cx="1720201" cy="834148"/>
      </dsp:txXfrm>
    </dsp:sp>
    <dsp:sp modelId="{D6542DD2-2729-4EFE-99DC-6A59AB211C4A}">
      <dsp:nvSpPr>
        <dsp:cNvPr id="0" name=""/>
        <dsp:cNvSpPr/>
      </dsp:nvSpPr>
      <dsp:spPr>
        <a:xfrm rot="3310531">
          <a:off x="2970935" y="2461695"/>
          <a:ext cx="124126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41264" y="202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3560536" y="2450878"/>
        <a:ext cx="62063" cy="62063"/>
      </dsp:txXfrm>
    </dsp:sp>
    <dsp:sp modelId="{C902718D-C462-430A-88A5-81C66BFB8514}">
      <dsp:nvSpPr>
        <dsp:cNvPr id="0" name=""/>
        <dsp:cNvSpPr/>
      </dsp:nvSpPr>
      <dsp:spPr>
        <a:xfrm>
          <a:off x="3945988" y="2548364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</a:t>
          </a:r>
        </a:p>
      </dsp:txBody>
      <dsp:txXfrm>
        <a:off x="3971940" y="2574316"/>
        <a:ext cx="1720201" cy="834148"/>
      </dsp:txXfrm>
    </dsp:sp>
    <dsp:sp modelId="{713899C6-1265-432A-85DF-2AE4777E89F3}">
      <dsp:nvSpPr>
        <dsp:cNvPr id="0" name=""/>
        <dsp:cNvSpPr/>
      </dsp:nvSpPr>
      <dsp:spPr>
        <a:xfrm rot="19457599">
          <a:off x="5636044" y="2716435"/>
          <a:ext cx="87294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72941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0691" y="2714826"/>
        <a:ext cx="43647" cy="43647"/>
      </dsp:txXfrm>
    </dsp:sp>
    <dsp:sp modelId="{1CF0F464-8B18-4F14-B0C1-05D1DE10E64A}">
      <dsp:nvSpPr>
        <dsp:cNvPr id="0" name=""/>
        <dsp:cNvSpPr/>
      </dsp:nvSpPr>
      <dsp:spPr>
        <a:xfrm>
          <a:off x="6426936" y="2038883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Level</a:t>
          </a:r>
          <a:r>
            <a:rPr lang="en-US" sz="2800" kern="1200" baseline="0" dirty="0"/>
            <a:t> 2</a:t>
          </a:r>
          <a:endParaRPr lang="en-US" sz="2800" kern="1200" dirty="0"/>
        </a:p>
      </dsp:txBody>
      <dsp:txXfrm>
        <a:off x="6452888" y="2064835"/>
        <a:ext cx="1720201" cy="834148"/>
      </dsp:txXfrm>
    </dsp:sp>
    <dsp:sp modelId="{A085ABA6-0046-4641-A890-046ED7185E39}">
      <dsp:nvSpPr>
        <dsp:cNvPr id="0" name=""/>
        <dsp:cNvSpPr/>
      </dsp:nvSpPr>
      <dsp:spPr>
        <a:xfrm rot="2142401">
          <a:off x="5636044" y="3225915"/>
          <a:ext cx="87294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872941" y="2021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0691" y="3224306"/>
        <a:ext cx="43647" cy="43647"/>
      </dsp:txXfrm>
    </dsp:sp>
    <dsp:sp modelId="{E8B21CDF-F152-4E80-BC75-244C98B0D8A1}">
      <dsp:nvSpPr>
        <dsp:cNvPr id="0" name=""/>
        <dsp:cNvSpPr/>
      </dsp:nvSpPr>
      <dsp:spPr>
        <a:xfrm>
          <a:off x="6426936" y="3057844"/>
          <a:ext cx="1772105" cy="8860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Level 3</a:t>
          </a:r>
        </a:p>
      </dsp:txBody>
      <dsp:txXfrm>
        <a:off x="6452888" y="3083796"/>
        <a:ext cx="1720201" cy="83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758EA-33B1-45E0-9EBE-49BA625D6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DA5836-F263-41F1-BBC7-133D6E644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E979A-FAC6-45A4-A621-0266C33F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E30DF-123E-44BE-99B3-55992442F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4CDAA-2E4A-4013-BE33-02047656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0806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0838-B865-491B-8191-2C0E5C7D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72A4B-3504-4324-B154-48301E10F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645E6-9699-40BD-A25A-C2D2F9A7E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8027D-4DEE-4D96-BFCB-B857F462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F2C32-A64B-4B57-A77E-F6D2D0698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258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FD33A-038C-449D-B2B4-172FDF82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0E59C-4863-4837-976C-9CB756EBB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364C7-712C-42DE-A2C6-9ED0ED51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220E2-F0D3-44E9-B502-6E4B85647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4E8B0-BEC8-48B7-85B2-33EB3824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9782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2AD09-0DCC-4EE0-972C-992BC541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76DA-2371-44E0-B237-BE30632B5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EC9EA-3580-4A9F-8511-9EA6FA869A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F63B9-C8D7-4841-824D-F7171764C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B1BA7-96F6-4AE5-B829-ED76C26ED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0A51-2F28-4051-B030-092E3697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84482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6661D-FAD7-427A-AE9F-3F91C550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6CA6D-BFC5-413C-9578-0669CC1BB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2F538-A2DA-4491-8CCD-659CF419E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3E08C-1BA6-4FD6-A72F-EF3C7BA789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C89A3-3071-44D4-99C4-669A33687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7A2C1-B7F8-4158-A5C1-6208F880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0DB181-C0CC-41BB-ADAF-1443EF4A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8DE3D-0E13-4F99-998A-0D26C3D6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3719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72369-1F31-4914-A983-13653525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372646-D9C3-4715-BE3F-9E31A748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B9313-25BD-49B9-B246-26302DCC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CEF74-73BE-4D4F-A4E7-49F3B1B4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90247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AE162-06FB-4563-A8B2-8DF823503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938AD-63DF-4B6C-8BBC-90FEDF740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534EE-55CA-4DFB-A314-BA5535F9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1671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FF8A4-8F45-4FBF-ABBB-79AFAD473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D4352-032B-49CB-9D09-175B719C3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42BFF-0F12-4079-A56D-773496001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C4D7A-30A1-4679-8CE7-EAF3BFA2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8C1F0-DD0E-4528-A8AD-45E825EF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406FF-A553-4B53-AA7A-B5406542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46224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2B91-CFAB-4B39-A53D-CEDBE7676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4CB-BB4D-47B7-8440-29F096E03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474945-6233-4AD6-9510-07FB92E53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4F997-711E-43F5-8B84-DF4242AF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2AA99-7DC5-4BFF-A1EB-63DA9F256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868F0-793F-44CF-8AA8-F4533FBD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5771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67BFA-8394-452D-B1D0-EA891D43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E339F-81D7-41FF-B6B2-CEF20EC4D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6EDE-895D-4E27-A60F-BC8D9F7B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A54B9-C956-46AB-9223-7DD5954D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84F9D-0933-4DCF-B483-EAB6F6AE1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88567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00F50-084A-4380-ADB5-04BFDA36D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D45AF-257C-4A2C-8C06-DFE278863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19FAE-785D-47F1-94F3-73B72BD8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4D430-876E-4B4C-9778-C0A207CB0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4547-27DB-4179-9D7F-DAD2DD1A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2732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3CF6AC-FEE1-4F17-A670-D274DCB1B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C62F7-9C44-470F-91CF-61BB22079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6FD27-F909-4E30-9595-7B29125E1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0BBF9-689A-466B-ACBB-47489D7E342C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BDFF0-62D1-48F8-91F4-D6C7A0374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8BA8-641A-4037-991A-0213A33BF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6C3C8-3488-41CA-9694-8B7CFCEF92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72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F613FA-CFE2-40E8-B858-619FD92F5503}"/>
              </a:ext>
            </a:extLst>
          </p:cNvPr>
          <p:cNvSpPr txBox="1"/>
          <p:nvPr/>
        </p:nvSpPr>
        <p:spPr>
          <a:xfrm>
            <a:off x="1500326" y="640999"/>
            <a:ext cx="81674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5050"/>
                </a:solidFill>
                <a:latin typeface="Bodoni MT" panose="020B0604020202020204" pitchFamily="18" charset="0"/>
              </a:rPr>
              <a:t>Welcome to My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EAECCA-49C0-4EF5-9B03-FFE517CEF2DD}"/>
              </a:ext>
            </a:extLst>
          </p:cNvPr>
          <p:cNvSpPr txBox="1"/>
          <p:nvPr/>
        </p:nvSpPr>
        <p:spPr>
          <a:xfrm>
            <a:off x="3675355" y="4210235"/>
            <a:ext cx="38173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Bodoni MT" panose="02070603080606020203" pitchFamily="18" charset="0"/>
              </a:rPr>
              <a:t>Your Name</a:t>
            </a:r>
          </a:p>
          <a:p>
            <a:pPr algn="ctr"/>
            <a:r>
              <a:rPr lang="en-US" sz="2800" dirty="0">
                <a:latin typeface="Bodoni MT" panose="02070603080606020203" pitchFamily="18" charset="0"/>
              </a:rPr>
              <a:t>Your Designation</a:t>
            </a:r>
          </a:p>
          <a:p>
            <a:pPr algn="ctr"/>
            <a:r>
              <a:rPr lang="en-US" sz="2800" dirty="0">
                <a:latin typeface="Bodoni MT" panose="02070603080606020203" pitchFamily="18" charset="0"/>
              </a:rPr>
              <a:t>Your company name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C82A5-897B-4DCD-833F-F62ED6EB8243}"/>
              </a:ext>
            </a:extLst>
          </p:cNvPr>
          <p:cNvSpPr/>
          <p:nvPr/>
        </p:nvSpPr>
        <p:spPr>
          <a:xfrm>
            <a:off x="4669654" y="1961969"/>
            <a:ext cx="1828800" cy="160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11886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79D02-839B-4912-9AF8-5BAFDC16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Bodoni MT" panose="02070603080606020203" pitchFamily="18" charset="0"/>
              </a:rPr>
              <a:t>Hierarchical Chart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E50E73C-AA50-4EEE-BA3A-9AB2D3F20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85277"/>
              </p:ext>
            </p:extLst>
          </p:nvPr>
        </p:nvGraphicFramePr>
        <p:xfrm>
          <a:off x="1263959" y="1456570"/>
          <a:ext cx="9664083" cy="3944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085159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8E3ED9-EEA4-4DAA-856F-90236588FE5D}"/>
              </a:ext>
            </a:extLst>
          </p:cNvPr>
          <p:cNvSpPr/>
          <p:nvPr/>
        </p:nvSpPr>
        <p:spPr>
          <a:xfrm>
            <a:off x="2069976" y="1731145"/>
            <a:ext cx="8052047" cy="40482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AF4E8-549A-4F47-BF8A-538EF2DEAA5B}"/>
              </a:ext>
            </a:extLst>
          </p:cNvPr>
          <p:cNvSpPr txBox="1"/>
          <p:nvPr/>
        </p:nvSpPr>
        <p:spPr>
          <a:xfrm>
            <a:off x="5021802" y="532660"/>
            <a:ext cx="2148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Bodoni MT" panose="02070603080606020203" pitchFamily="18" charset="0"/>
              </a:rPr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490598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64E4ADB-6C0E-4343-85FA-43EE168C7826}"/>
              </a:ext>
            </a:extLst>
          </p:cNvPr>
          <p:cNvSpPr txBox="1"/>
          <p:nvPr/>
        </p:nvSpPr>
        <p:spPr>
          <a:xfrm>
            <a:off x="1590583" y="2890391"/>
            <a:ext cx="90108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Bodoni MT" panose="02070603080606020203" pitchFamily="18" charset="0"/>
              </a:rPr>
              <a:t>Thanks To All for Watching My 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Bodoni MT" panose="02070603080606020203" pitchFamily="18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9058828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32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Bodoni MT</vt:lpstr>
      <vt:lpstr>Calibri</vt:lpstr>
      <vt:lpstr>Calibri Light</vt:lpstr>
      <vt:lpstr>Office Theme</vt:lpstr>
      <vt:lpstr>PowerPoint Presentation</vt:lpstr>
      <vt:lpstr>Hierarchical Chart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Kazi Nowshad Abir</dc:creator>
  <cp:lastModifiedBy>Kazi Nowshad Abir</cp:lastModifiedBy>
  <cp:revision>2</cp:revision>
  <dcterms:created xsi:type="dcterms:W3CDTF">2026-08-01T05:52:21Z</dcterms:created>
  <dcterms:modified xsi:type="dcterms:W3CDTF">2026-08-01T06:00:12Z</dcterms:modified>
</cp:coreProperties>
</file>